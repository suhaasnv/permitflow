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a control per threat,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70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docs/architecture/ARCHITECTURE.md (API table, request flows) · docs/architecture/decisions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748 backend tests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a --no-ff merge of dev into main with frontend/package.json bumped to the tag; CI tags the images with the same string. A hotfix branches from main and merges into main, then dev. The path exists; it was not needed.</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Conventional commits with a subject of 50 characters or fewer; history never rewritten on main or dev; nothing pushed without an explicit decision. docs/operations/BRANCHING.md.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with sha-&lt;commit&gt;, the branch, and v0.3.0 on main. Railway never builds; the tested artefact is the deployed artefact.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waits for the repository owner's approval in the GitHub environment. Both environments gate on /api/v1/health, /healthz and config.js naming the right API. Rollback is the previous tag.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and the production environment admits only main, so the workflow does not attempt production automatically. Production is deployed by hand: gh workflow run deploy.yml --ref main, with the same approval and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748 pytest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2026-09-19T14:57:13Z</dcterms:created>
  <dcterms:modified xsi:type="dcterms:W3CDTF">2026-09-19T14:57:13Z</dcterms:modified>
</cp:coreProperties>
</file>