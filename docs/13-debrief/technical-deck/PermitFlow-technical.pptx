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Requesting resubmission with no feedback would strand the operator, so it is guarded.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seventy-one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a workflow_run job executes on the default branch, which the production environment does not admit, so the workflow does not attempt production automatically and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twenty-two threats and a control for each,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and 16</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Requesting resubmission needs at least one open feedback item</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Guard on the transition; the button is disabled with the reason. Assumption 4, domain/workflow.py.</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18</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71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18 name-swapped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752 pytest cases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18 name-swapped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2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one checked in as CLAUDE.md: three personas, operators never receive internal codes, the layering, every status change through workflow.py, AI never mutates state, same-transaction audit, the error envelope, the per-story checklist.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2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(11 slides) and this technical deck (17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18</a:t>
            </a:r>
            <a:endParaRPr lang="en-US" sz="1000" dirty="0"/>
          </a:p>
        </p:txBody>
      </p:sp>
    </p:spTree>
  </p:cSld>
  <p:clrMapOvr>
    <a:masterClrMapping/>
  </p:clrMapOvr>
  <p:transition spd="fast">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2026-09-19T16:38:55Z</dcterms:created>
  <dcterms:modified xsi:type="dcterms:W3CDTF">2026-09-19T16:38:55Z</dcterms:modified>
</cp:coreProperties>
</file>