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Requesting resubmission with no feedback would strand the operator, so it is guarded.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the automatic production job is rejected by GitHub's branch policy because workflow_run executes on the default branch, so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a control per threat,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and 16</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Requesting resubmission needs at least one open feedback item</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Guard on the transition; the button is disabled with the reason. Assumption 4, domain/workflow.py.</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18</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70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docs/architecture/ARCHITECTURE.md (API table, request flows) · docs/architecture/decisions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21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748 backend tests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a --no-ff merge of dev into main with frontend/package.json bumped to the tag; CI tags the images with the same string. A hotfix branches from main and merges into main, then dev. The path exists; it was not needed.</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Conventional commits with a subject of 50 characters or fewer; history never rewritten on main or dev; nothing pushed without an explicit decision. docs/operations/BRANCHING.md.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with sha-&lt;commit&gt;, the branch, and v0.3.0 on main. Railway never builds; the tested artefact is the deployed artefact.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waits for the repository owner's approval in the GitHub environment. Both environments gate on /api/v1/health, /healthz and config.js naming the right API. Rollback is the previous tag.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and the production environment admits only main, so production is deployed by hand: gh workflow run deploy.yml --ref main.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748 pytest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21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748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23</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2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one checked in as CLAUDE.md: three personas, operators never receive internal codes, the layering, every status change through workflow.py, AI never mutates state, same-transaction audit, the error envelope, the per-story checklist.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2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(17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18</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18</a:t>
            </a:r>
            <a:endParaRPr lang="en-US" sz="1000" dirty="0"/>
          </a:p>
        </p:txBody>
      </p:sp>
    </p:spTree>
  </p:cSld>
  <p:clrMapOvr>
    <a:masterClrMapping/>
  </p:clrMapOvr>
  <p:transition spd="fast">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2026-09-19T14:53:31Z</dcterms:created>
  <dcterms:modified xsi:type="dcterms:W3CDTF">2026-09-19T14:53:31Z</dcterms:modified>
</cp:coreProperties>
</file>