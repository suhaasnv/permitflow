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The brief names no domain, so I chose Singapore's Food Establishment Licence, a licence everyone recognises with documents concrete enough for an AI check; and the operator account is whoever applies for the business, the owner or an agent, which the brief's wording allows and real licensing practice matches.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The domain is food licensing, and the operator applies for the business</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18 name-swapped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752 pytest cases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18 name-swapped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2026-09-19T18:52:47Z</dcterms:created>
  <dcterms:modified xsi:type="dcterms:W3CDTF">2026-09-19T18:52:47Z</dcterms:modified>
</cp:coreProperties>
</file>