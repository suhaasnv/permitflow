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16</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17 to 20</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22</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and alerts</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routed nowhere yet.</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prometheus (private, both environments, one token each) and grafana at grafana.dev.permitflow.space.</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(12 slides) and this deck (22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22</a:t>
            </a:r>
            <a:endParaRPr lang="en-US" sz="1000" dirty="0"/>
          </a:p>
        </p:txBody>
      </p:sp>
    </p:spTree>
  </p:cSld>
  <p:clrMapOvr>
    <a:masterClrMapping/>
  </p:clrMapOvr>
  <p:transition spd="fast">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2026-09-20T06:23:12Z</dcterms:created>
  <dcterms:modified xsi:type="dcterms:W3CDTF">2026-09-20T06:23:12Z</dcterms:modified>
</cp:coreProperties>
</file>