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17</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18 to 21</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23</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763 pytest cases on PostgreSQL), Frontend (eslint, tsc, 160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(US-077)</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Prometheus scrapes the API behind a token; one Grafana dashboard answers three questions and a fourth about cost.</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grafana-dashboard.png">    </p:cNvPr>
          <p:cNvPicPr>
            <a:picLocks noChangeAspect="1"/>
          </p:cNvPicPr>
          <p:nvPr/>
        </p:nvPicPr>
        <p:blipFill>
          <a:blip r:embed="rId1"/>
          <a:stretch>
            <a:fillRect/>
          </a:stretch>
        </p:blipFill>
        <p:spPr>
          <a:xfrm>
            <a:off x="762000" y="1790700"/>
            <a:ext cx="7366000" cy="414337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is counted</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Requests by route and status with latency; limiter and quota refusals; checks by outcome and provider with latency; transitions; applications by status; the tokens each check bills. Labels: templates and enums, never an id.</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endpoint</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GET /api/v1/metrics: off unless METRICS_TOKEN is set, 401 without the bearer, exempt from the limiter, never counts itself. T23.</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Dashboard, alerts, Telegram</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health, check health, cost at list price, queue. Six rules on the objective (99.5 % under 500 ms, checks within 3 min, 5xx under 1 %) fire to Telegram with an hourly digest per environment; a bot answers /status, /cost, /queue.</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Where it runs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One Compose profile locally; on Railway three services from public images: prometheus (private, both environments), grafana at grafana.dev.permitflow.space, the Telegram bot.</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377825"/>
            <a:ext cx="10769600" cy="6102350"/>
          </a:xfrm>
          <a:prstGeom prst="roundRect">
            <a:avLst>
              <a:gd name="adj" fmla="val 83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grafana-dashboard.png">    </p:cNvPr>
          <p:cNvPicPr>
            <a:picLocks noChangeAspect="1"/>
          </p:cNvPicPr>
          <p:nvPr/>
        </p:nvPicPr>
        <p:blipFill>
          <a:blip r:embed="rId2"/>
          <a:stretch>
            <a:fillRect/>
          </a:stretch>
        </p:blipFill>
        <p:spPr>
          <a:xfrm>
            <a:off x="762000" y="428625"/>
            <a:ext cx="10668000" cy="600075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 docker/observability/ · backend/app/core/metrics.py · tests/integration/test_metrics.py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ON THE PHONE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rules fire to Telegram, resolve themselves, and a bot answers the question an officer would ask.</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telegram.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arrived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alert when the development target went dark before the endpoint shipped, its RESOLVED the minute the deploy landed, an hourly digest with a section per environment, and /dev answered from Prometheus: API up, 3 requests a minute, p99.5 240 ms, 6 checks for USD 0.002, 13 applications.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How</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Grafana-managed rules mirror the six Prometheus rules, one alert per environment, with a Telegram contact point; the digest is an always-firing rule repeated hourly; the bot is 200 lines of standard-library Python that only reads Prometheus and only answers one chat.</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Provisioned, not clicked</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Rules, contact point, policy and message template are generated by build_alerting.py and provisioned at start, only when the bot token and chat id are set; an instance without them removes its own alerting.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Honest limits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No acknowledgement, no escalation, no silence window, nobody on call. Aggregate numbers only: no id, no name, no document text ever leaves for Telegram.</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telegram.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§5a · docker/observability/grafana/build_alerting.py · docker/observability/telegram-bot/bot.py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763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160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alerts, an hourly digest and a command bot on Telegram;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25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5 min 40 s, all 1920 x 1080 at 60 fps with subtitles; the pitch deck (15 slides) and this deck (23 slides). All in docs/14-debrief/.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an independent cold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docs/14-debrief/README.md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22 / 23</a:t>
            </a:r>
            <a:endParaRPr lang="en-US" sz="1000" dirty="0"/>
          </a:p>
        </p:txBody>
      </p:sp>
    </p:spTree>
  </p:cSld>
  <p:clrMapOvr>
    <a:masterClrMapping/>
  </p:clrMapOvr>
  <p:transition spd="fast">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2026-09-20T08:21:17Z</dcterms:created>
  <dcterms:modified xsi:type="dcterms:W3CDTF">2026-09-20T08:21:17Z</dcterms:modified>
</cp:coreProperties>
</file>