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5 min 40 s, all 1920 x 1080 at 60 fps with subtitles; the pitch deck (15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an independent cold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2026-09-20T07:23:02Z</dcterms:created>
  <dcterms:modified xsi:type="dcterms:W3CDTF">2026-09-20T07:23:02Z</dcterms:modified>
</cp:coreProperties>
</file>