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13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 · Prometheus · Grafana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hidden; metrics behind a token, one dashboard, six alert rules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WATCHED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dashboard answers whether the API is healthy, whether the document checks are healthy and what they cost, and whether the queue is moving.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343150" y="1835150"/>
            <a:ext cx="7505700" cy="4229100"/>
          </a:xfrm>
          <a:prstGeom prst="roundRect">
            <a:avLst>
              <a:gd name="adj" fmla="val 901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docs/13-observability/grafana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0" y="1841500"/>
            <a:ext cx="7493000" cy="421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49500" y="6146800"/>
            <a:ext cx="749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Grafana on grafana.dev.permitflow.space, fed by Prometheus scraping the API's token-protected metrics every 15 seconds; six alert rules on the service objective; the dashboard is a generated file in the repository.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763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158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everywhere; Prometheus metrics and a Grafana dashboard with six alert rules.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Delivery, backups and alert routing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scanning; alerts routed to a channel, exporters for nginx and Postgres.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2026-09-20T06:22:52Z</dcterms:created>
  <dcterms:modified xsi:type="dcterms:W3CDTF">2026-09-20T06:22:52Z</dcterms:modified>
</cp:coreProperties>
</file>